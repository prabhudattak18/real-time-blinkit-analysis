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129778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666C9C-ABFD-84BE-3B92-79C065728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2" y="828676"/>
            <a:ext cx="10587795" cy="573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33347" y="8975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FA33F55-F449-18D2-EADD-4514B595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11122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436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Prabhudatta Khuntia</cp:lastModifiedBy>
  <cp:revision>11</cp:revision>
  <dcterms:created xsi:type="dcterms:W3CDTF">2024-06-24T12:27:37Z</dcterms:created>
  <dcterms:modified xsi:type="dcterms:W3CDTF">2025-11-29T14:19:47Z</dcterms:modified>
</cp:coreProperties>
</file>